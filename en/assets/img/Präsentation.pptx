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73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AFD9F-22D4-2BD6-4619-828CFFF44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CCD9F7-7C45-9D49-FB47-A2645386A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60DA06-62A7-799E-AD0B-1551DB927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93F044-9A63-E5E3-006F-7D517D0F9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EFDF11-5F83-2BD3-A290-35AE8D16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1355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435307-86AD-562A-69A5-327FF62D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31741D-6BA4-175D-E260-E0FAC87D6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B5E666-89C5-E9FD-E25E-0A4F8345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20ADBF-7D7D-19D9-017A-D7BB43E13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9E2894-FB63-1F83-EEC8-5B96E4C8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26762-9AC9-BF15-C3C3-743338B2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D2753B-072B-0B50-C507-CFE9EF81A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E41F88-6C70-FABC-6235-102D1A9A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8AD830-8292-B3FE-031B-FB58D92B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8B2EB0-257F-CB85-1AB2-F6E0A835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038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604668-8BAD-73AA-2482-4D71226D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0CCAC4-6524-42A9-12E2-38A66928C3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7E864D-FADF-29EB-3DBB-04D2D3227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DDC465-3641-DE18-366F-AA038E69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73DD1B-FD82-8B69-1BAF-8D5B876E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42639B-3D6C-8088-88CF-855E7124D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4783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B75AEA-61C0-0B1F-95B9-24CCBDF97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9B2B888-EB8A-4BD7-FC9D-96907DFBC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0A4489A-ACEC-A994-D6DF-E50143D13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026CF32-44C8-179D-5ADA-B9D08D3E1A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76E912C-76EF-AA4C-82D0-35A108555B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74BE8D5-63E3-8BC3-3E56-ED87DED23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07D6489-C1B7-FEA8-491D-84C23EAA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CF38B46-616C-ACF6-0BDD-99066F52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9958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46E78-E393-B1CC-198E-EF9CF800B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F2F897C-7BF7-A122-33ED-FDCE718F0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2F85781-1AA5-8426-88BE-7CC9D29FE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79C36C0-4EF0-58CB-0417-583FFD60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596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F851120-526B-410E-1BED-FB7B0B7DB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347510F-F2AA-7938-0EED-9B554D67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F1EF41C-292A-3B6D-B870-ADD6ECBD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926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3FA95-DF46-5EC7-C723-45BDDB26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D386DA-F93A-C8D0-9FED-DC6AD0E5C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DF3103-DD7A-7DD4-0F6A-18C71043B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22E6C21-3BD8-84B1-956B-F2650BA32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AE99DF-1195-B3A2-83A5-903297368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8CF9576-92E5-6E0E-9850-5736F9EBE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304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1C1567-EFB5-1D97-B26F-6C1C01DD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0867622-60DA-7787-4E76-F3296557A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CD0708E-0453-AB36-73E2-F1ADC24EF7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50115EF-C963-4376-AA72-D2BE080D3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2B6B74-B632-A755-2F68-D4B05149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57D9288-8B74-E673-E25C-DA73B571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243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EB309-CF88-E077-53E0-987ABD6DC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E9194B-B9E8-B68A-BC0B-5BE0EC555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822C05-4983-381E-EFD2-8FD872376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5A5585A-B887-AAAB-970F-2BA1CED5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FCB494-6113-3245-03B9-2A43D3E9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515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B95FFC5-FCAA-EE4C-212E-1CC17B9A3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782693-5A80-E000-8C33-F720C97C9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E81E50-698A-AA81-BF7E-33ABDDF6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48E83D-E237-EC16-6FE9-6F9154591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7CCFE4-896A-AD7C-82EE-DA11AC8C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72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4CE6CD8-98BB-E4B2-5D28-7DBA391AA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22B1DF-4D81-8FB5-3DAA-36CE77D3B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EA048E-B5C4-4B16-4527-F1F293FFD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CDD55-C53C-4A0F-841A-25A059CE7589}" type="datetimeFigureOut">
              <a:rPr lang="de-DE" smtClean="0"/>
              <a:t>14.05.2023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4154E5-25F4-D273-45DB-96A45C6E1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BAB9D6-43C7-6B77-626D-97830289E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60E3D-3C82-49A4-8A29-C37B7DF2C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8996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 descr="Ein Bild, das Wasser, draußen, Nebel, Himmel enthält.&#10;&#10;Automatisch generierte Beschreibung">
            <a:extLst>
              <a:ext uri="{FF2B5EF4-FFF2-40B4-BE49-F238E27FC236}">
                <a16:creationId xmlns:a16="http://schemas.microsoft.com/office/drawing/2014/main" id="{C4A93AE8-7581-CD09-8FAD-26C367083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41ADAEC-A28B-CCDC-59E7-E3A474A3C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204" y="2091776"/>
            <a:ext cx="8897592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82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Ein Bild, das Flagge, Symbol, Blau, Electric Blue (Farbe) enthält.&#10;&#10;Automatisch generierte Beschreibung">
            <a:extLst>
              <a:ext uri="{FF2B5EF4-FFF2-40B4-BE49-F238E27FC236}">
                <a16:creationId xmlns:a16="http://schemas.microsoft.com/office/drawing/2014/main" id="{916B62C5-5F79-D7CC-A319-15E048DF4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9" r="2179" b="1"/>
          <a:stretch/>
        </p:blipFill>
        <p:spPr bwMode="auto">
          <a:xfrm>
            <a:off x="7043399" y="3277794"/>
            <a:ext cx="2181994" cy="1663179"/>
          </a:xfrm>
          <a:custGeom>
            <a:avLst/>
            <a:gdLst/>
            <a:ahLst/>
            <a:cxnLst/>
            <a:rect l="l" t="t" r="r" b="b"/>
            <a:pathLst>
              <a:path w="4397481" h="3351888">
                <a:moveTo>
                  <a:pt x="0" y="0"/>
                </a:moveTo>
                <a:lnTo>
                  <a:pt x="4397481" y="0"/>
                </a:lnTo>
                <a:lnTo>
                  <a:pt x="4397481" y="3351888"/>
                </a:lnTo>
                <a:lnTo>
                  <a:pt x="1552363" y="335188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Ein Bild, das Windrad, Flagge, Rad enthält.&#10;&#10;Automatisch generierte Beschreibung">
            <a:extLst>
              <a:ext uri="{FF2B5EF4-FFF2-40B4-BE49-F238E27FC236}">
                <a16:creationId xmlns:a16="http://schemas.microsoft.com/office/drawing/2014/main" id="{9F4C8342-8FAF-46B0-3CD4-69780E756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68"/>
          <a:stretch/>
        </p:blipFill>
        <p:spPr bwMode="auto">
          <a:xfrm>
            <a:off x="3166301" y="1514912"/>
            <a:ext cx="4542474" cy="3405600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5" name="Picture 7" descr="Ein Bild, das Weinrot, Flagge, Karminrot, rot enthält.&#10;&#10;Automatisch generierte Beschreibung">
            <a:extLst>
              <a:ext uri="{FF2B5EF4-FFF2-40B4-BE49-F238E27FC236}">
                <a16:creationId xmlns:a16="http://schemas.microsoft.com/office/drawing/2014/main" id="{AF6F3134-6725-1430-FCDB-3399BEE5DF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9" r="3" b="4648"/>
          <a:stretch/>
        </p:blipFill>
        <p:spPr bwMode="auto">
          <a:xfrm>
            <a:off x="6236427" y="1514912"/>
            <a:ext cx="2988966" cy="1660453"/>
          </a:xfrm>
          <a:custGeom>
            <a:avLst/>
            <a:gdLst/>
            <a:ahLst/>
            <a:cxnLst/>
            <a:rect l="l" t="t" r="r" b="b"/>
            <a:pathLst>
              <a:path w="6023811" h="3346404">
                <a:moveTo>
                  <a:pt x="0" y="0"/>
                </a:moveTo>
                <a:lnTo>
                  <a:pt x="6023811" y="0"/>
                </a:lnTo>
                <a:lnTo>
                  <a:pt x="6023811" y="3346404"/>
                </a:lnTo>
                <a:lnTo>
                  <a:pt x="1549824" y="334640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392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E6F1D5F8-CC7A-2F74-71C3-88AA229339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213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837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EBA739D-111E-45C4-289A-964DBE7C6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370" y="1590675"/>
            <a:ext cx="24860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D3E1B8A3-9DA3-A960-CD6D-84321B5B3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702" y="1681162"/>
            <a:ext cx="2762250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D782838-C8EB-8273-C515-91E8A7B6A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401" y="3695700"/>
            <a:ext cx="3273103" cy="1298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91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68F3C2D8-833F-0D75-4813-EF9CF1077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30" y="1765777"/>
            <a:ext cx="2795167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F541BE3D-9E35-AB6B-3CA8-5F3F88F8B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7873" y="1765776"/>
            <a:ext cx="31242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6379D39-2177-CECD-5F01-0779FD1DEA2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08" t="8235" r="10409"/>
          <a:stretch/>
        </p:blipFill>
        <p:spPr>
          <a:xfrm rot="10800000">
            <a:off x="7455949" y="1765776"/>
            <a:ext cx="3078582" cy="292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49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 Hüppauff</dc:creator>
  <cp:lastModifiedBy>Martin Hüppauff</cp:lastModifiedBy>
  <cp:revision>6</cp:revision>
  <dcterms:created xsi:type="dcterms:W3CDTF">2023-05-14T11:16:34Z</dcterms:created>
  <dcterms:modified xsi:type="dcterms:W3CDTF">2023-05-14T18:06:40Z</dcterms:modified>
</cp:coreProperties>
</file>